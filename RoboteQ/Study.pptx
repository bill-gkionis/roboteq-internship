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  <p:sldId id="260" r:id="rId3"/>
    <p:sldId id="261" r:id="rId4"/>
    <p:sldId id="262" r:id="rId5"/>
  </p:sldIdLst>
  <p:sldSz cx="12192000" cy="6858000"/>
  <p:notesSz cx="6858000" cy="9144000"/>
  <p:defaultTextStyle>
    <a:defPPr>
      <a:defRPr lang="en-G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71"/>
  </p:normalViewPr>
  <p:slideViewPr>
    <p:cSldViewPr snapToGrid="0">
      <p:cViewPr varScale="1">
        <p:scale>
          <a:sx n="115" d="100"/>
          <a:sy n="115" d="100"/>
        </p:scale>
        <p:origin x="37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E5131E-0F2D-532E-A5FD-587260E0C5D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D4107D-6A7C-009C-DE25-ADB7D07C9F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90776-F183-35BD-D078-080C80CF52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6150B-8A55-FE4F-BD74-8CA6F6064DA4}" type="datetimeFigureOut">
              <a:rPr lang="en-GR" smtClean="0"/>
              <a:t>7/8/26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258024-05F5-5215-2AC4-2E3550EAF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37E0C5-9C8B-4BDA-2326-83F732E8F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E20B-48DD-B74C-814C-11AF45FD7751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495350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FBD563-D592-E847-8B84-A06015740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311F35-56EC-64EA-D687-F074E5E3C4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2B8D26-EA7D-5275-6780-3F8C013D5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6150B-8A55-FE4F-BD74-8CA6F6064DA4}" type="datetimeFigureOut">
              <a:rPr lang="en-GR" smtClean="0"/>
              <a:t>7/8/26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85B35B-2A80-4789-284B-8B7371DFF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16AC39-B1C7-E839-C91D-384F8941AB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E20B-48DD-B74C-814C-11AF45FD7751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3482278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28EA0F-0A56-4E83-59D5-884169D9C8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725DD9-0FB1-3A04-7321-15DD4BBB51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45DB4-6318-0BE8-A31D-C45252046A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6150B-8A55-FE4F-BD74-8CA6F6064DA4}" type="datetimeFigureOut">
              <a:rPr lang="en-GR" smtClean="0"/>
              <a:t>7/8/26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DE0E9C-73A2-5BFD-59B9-86065DC799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C3E1F1-2E26-338C-DFA7-14B9A7EA6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E20B-48DD-B74C-814C-11AF45FD7751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5398804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0A3018-17B4-91FB-F468-F5F52E281A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66D3E-2084-4D39-43D5-7B83CF2AF88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33166B-F310-AA54-549F-52D19F67EB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BC85BD-0ADA-2058-44B9-B01DB3324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6150B-8A55-FE4F-BD74-8CA6F6064DA4}" type="datetimeFigureOut">
              <a:rPr lang="en-GR" smtClean="0"/>
              <a:t>7/8/26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0FECA3F-5B76-8F6A-7A01-333FD7856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69103-90E7-8205-9956-4D212FB240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E20B-48DD-B74C-814C-11AF45FD7751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1803591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6A001-1894-42C5-C3EB-2ECF9ECA9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F727D4-3C04-489F-4335-72C83B1489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767404-483B-A01E-6ECD-331AE0AD36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5A3610-68F0-8618-69C6-5A80AD60C9C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09ADBD-52FC-531E-36AF-1C0BA2A498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BEE4D32-3867-E0E3-AB9E-76C3BE5A64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6150B-8A55-FE4F-BD74-8CA6F6064DA4}" type="datetimeFigureOut">
              <a:rPr lang="en-GR" smtClean="0"/>
              <a:t>7/8/26</a:t>
            </a:fld>
            <a:endParaRPr lang="en-G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08A6455-23A4-F003-4681-1E166C18E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D80508-AAC9-0E12-2ACA-D518519B24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E20B-48DD-B74C-814C-11AF45FD7751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261028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0181D2-964E-60F9-D7CE-E80832555F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D7E374-6E10-79ED-DCD7-CA4C627E9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6150B-8A55-FE4F-BD74-8CA6F6064DA4}" type="datetimeFigureOut">
              <a:rPr lang="en-GR" smtClean="0"/>
              <a:t>7/8/26</a:t>
            </a:fld>
            <a:endParaRPr lang="en-G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7EDC8DA-87AD-7191-2850-8C138A69F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1D1E6C0-ADA2-4CF1-1256-564463833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E20B-48DD-B74C-814C-11AF45FD7751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9386420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322390-1135-6169-D6B5-2911CCC5D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6150B-8A55-FE4F-BD74-8CA6F6064DA4}" type="datetimeFigureOut">
              <a:rPr lang="en-GR" smtClean="0"/>
              <a:t>7/8/26</a:t>
            </a:fld>
            <a:endParaRPr lang="en-G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531922-7C28-CAC9-D06A-C4969BDEA6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1561258-CC6D-DF92-3F72-56C73D1C0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E20B-48DD-B74C-814C-11AF45FD7751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8375457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1D5B60-E852-925A-D14B-5BCBA2DB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3915C7-8A3D-C110-23A6-5DC6D9AAAA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428194-2BB9-EA4C-A16C-448F6D12BE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32F3AC-5C2B-FD3A-3182-0854E20D5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6150B-8A55-FE4F-BD74-8CA6F6064DA4}" type="datetimeFigureOut">
              <a:rPr lang="en-GR" smtClean="0"/>
              <a:t>7/8/26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8BC1A2-139C-DF8F-32B9-CA129207B4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9CFDA5A-4B07-2990-EBF9-EB4DC90F6F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E20B-48DD-B74C-814C-11AF45FD7751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6844102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8D9DB-68B8-8A90-1B74-A4FE9AB895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C2901B-5A9A-7BA5-1B4A-0C5C164799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C023EF8-EF72-884A-09EB-20CA90FEA9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F65AFC-B673-7E4E-346A-CD1B4E09B5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6150B-8A55-FE4F-BD74-8CA6F6064DA4}" type="datetimeFigureOut">
              <a:rPr lang="en-GR" smtClean="0"/>
              <a:t>7/8/26</a:t>
            </a:fld>
            <a:endParaRPr lang="en-G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121A3F-CA36-4D31-3492-DA555CB19F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B805FD-34AA-0E0E-2CFB-ADE8DACB5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E20B-48DD-B74C-814C-11AF45FD7751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99949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290C44-D13D-EE53-0D19-FC6AEE0976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85393D3-03DB-E084-4676-EF87604851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7CBA8-8BB0-6B7A-B071-2767FFAFB1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6150B-8A55-FE4F-BD74-8CA6F6064DA4}" type="datetimeFigureOut">
              <a:rPr lang="en-GR" smtClean="0"/>
              <a:t>7/8/26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0D19CF-A818-8CFB-FF89-6247C48A4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E32C6B-1CB6-6F36-5C0F-288CF24D6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E20B-48DD-B74C-814C-11AF45FD7751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0926688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7900747-7352-0398-8EBF-968094E9D9C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312F64-94B7-BACC-5D81-F9064DB5D5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BA63E-2F75-52BD-F718-27FC6EA01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6150B-8A55-FE4F-BD74-8CA6F6064DA4}" type="datetimeFigureOut">
              <a:rPr lang="en-GR" smtClean="0"/>
              <a:t>7/8/26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42BBD7-9371-C2F1-F214-2F43243ECA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E92FE7-D8B4-4EAA-6C55-AC439D453F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DE20B-48DD-B74C-814C-11AF45FD7751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36806333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D784C2-F5AE-77CE-6B3A-026A0DB54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G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96F4C5-3A16-C304-65AF-BC93AF0736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G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3BFCCD-B6AD-38AD-F9AB-750C50A265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66150B-8A55-FE4F-BD74-8CA6F6064DA4}" type="datetimeFigureOut">
              <a:rPr lang="en-GR" smtClean="0"/>
              <a:t>7/8/26</a:t>
            </a:fld>
            <a:endParaRPr lang="en-G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3C554-E724-1C05-81D9-91F3116939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6E0E27-01F1-F90F-BA83-1E075C0544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7DE20B-48DD-B74C-814C-11AF45FD7751}" type="slidenum">
              <a:rPr lang="en-GR" smtClean="0"/>
              <a:t>‹#›</a:t>
            </a:fld>
            <a:endParaRPr lang="en-GR"/>
          </a:p>
        </p:txBody>
      </p:sp>
    </p:spTree>
    <p:extLst>
      <p:ext uri="{BB962C8B-B14F-4D97-AF65-F5344CB8AC3E}">
        <p14:creationId xmlns:p14="http://schemas.microsoft.com/office/powerpoint/2010/main" val="24380755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G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6244E-B3A0-F6FF-17FE-7034D27562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Equations</a:t>
            </a:r>
            <a:endParaRPr lang="en-G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B857C7-7167-81C1-8B0B-307D1BB89B9E}"/>
                  </a:ext>
                </a:extLst>
              </p:cNvPr>
              <p:cNvSpPr txBox="1"/>
              <p:nvPr/>
            </p:nvSpPr>
            <p:spPr>
              <a:xfrm>
                <a:off x="838200" y="2753944"/>
                <a:ext cx="10515600" cy="2285889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l-G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</m:d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𝐷𝑈𝑇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𝑎𝑢𝑥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𝑟𝑎𝑑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l-G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l-G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𝑔𝑎𝑝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l-G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l-G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GR" dirty="0"/>
                  <a:t> 		</a:t>
                </a:r>
                <a:r>
                  <a:rPr lang="en-GR" dirty="0">
                    <a:sym typeface="Wingdings" pitchFamily="2" charset="2"/>
                  </a:rPr>
                  <a:t> Inner Chamber</a:t>
                </a:r>
                <a:endParaRPr lang="en-GR" dirty="0"/>
              </a:p>
              <a:p>
                <a:endParaRPr lang="en-GR" dirty="0"/>
              </a:p>
              <a:p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𝐶</m:t>
                    </m:r>
                    <m:sSubSup>
                      <m:sSubSupPr>
                        <m:ctrlPr>
                          <a:rPr lang="el-G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𝐷𝑈𝑇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𝑈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𝑟𝑎𝑑</m:t>
                        </m:r>
                      </m:sub>
                    </m:sSub>
                    <m:d>
                      <m:dPr>
                        <m:ctrlPr>
                          <a:rPr lang="el-G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l-G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l-G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l-G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l-G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GR" dirty="0"/>
                  <a:t> 			</a:t>
                </a:r>
                <a:r>
                  <a:rPr lang="en-GR" dirty="0">
                    <a:sym typeface="Wingdings" pitchFamily="2" charset="2"/>
                  </a:rPr>
                  <a:t> Water loop</a:t>
                </a:r>
                <a:endParaRPr lang="en-GR" dirty="0"/>
              </a:p>
              <a:p>
                <a:endParaRPr lang="en-G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sSubSup>
                      <m:sSubSupPr>
                        <m:ctrlPr>
                          <a:rPr lang="el-G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  <m:sup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𝑔𝑎𝑝</m:t>
                        </m:r>
                      </m:sub>
                    </m:sSub>
                    <m:d>
                      <m:dPr>
                        <m:ctrlPr>
                          <a:rPr lang="el-G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sSub>
                          <m:sSubPr>
                            <m:ctrlPr>
                              <a:rPr lang="el-G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l-G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𝑒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𝑜𝑢𝑡</m:t>
                        </m:r>
                      </m:sub>
                    </m:sSub>
                    <m:sSub>
                      <m:sSubPr>
                        <m:ctrlPr>
                          <a:rPr lang="el-G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l-G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b>
                    </m:sSub>
                    <m:sSubSup>
                      <m:sSub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sub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bSup>
                  </m:oMath>
                </a14:m>
                <a:r>
                  <a:rPr lang="en-US" b="0" dirty="0"/>
                  <a:t> 					</a:t>
                </a:r>
                <a:r>
                  <a:rPr lang="en-US" b="0" dirty="0">
                    <a:sym typeface="Wingdings" pitchFamily="2" charset="2"/>
                  </a:rPr>
                  <a:t> Guard</a:t>
                </a:r>
                <a:endParaRPr lang="en-US" b="0" dirty="0"/>
              </a:p>
              <a:p>
                <a:endParaRPr lang="en-G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𝑚𝑒𝑎𝑠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sub>
                    </m:sSub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l-G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l-G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l-G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𝑎𝑢𝑥</m:t>
                        </m:r>
                      </m:sub>
                    </m:sSub>
                  </m:oMath>
                </a14:m>
                <a:r>
                  <a:rPr lang="en-US" b="0" dirty="0"/>
                  <a:t>						</a:t>
                </a:r>
                <a:r>
                  <a:rPr lang="en-US" b="0" dirty="0">
                    <a:sym typeface="Wingdings" pitchFamily="2" charset="2"/>
                  </a:rPr>
                  <a:t> Measurement</a:t>
                </a:r>
                <a:endParaRPr lang="en-US" b="0" dirty="0"/>
              </a:p>
              <a:p>
                <a:endParaRPr lang="en-GR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81B857C7-7167-81C1-8B0B-307D1BB89B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753944"/>
                <a:ext cx="10515600" cy="2285889"/>
              </a:xfrm>
              <a:prstGeom prst="rect">
                <a:avLst/>
              </a:prstGeom>
              <a:blipFill>
                <a:blip r:embed="rId2"/>
                <a:stretch>
                  <a:fillRect t="-1105"/>
                </a:stretch>
              </a:blipFill>
            </p:spPr>
            <p:txBody>
              <a:bodyPr/>
              <a:lstStyle/>
              <a:p>
                <a:r>
                  <a:rPr lang="en-G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44716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310C62-6930-C267-89B9-70BC165D1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R" dirty="0"/>
              <a:t>Space State Matrices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2737BC5-0F6C-21D6-7132-2A72CE9DBC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784" y="2903562"/>
            <a:ext cx="5620337" cy="1042317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0D65248-12F1-C026-1BB2-C02C54A4AA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94385" y="2330479"/>
            <a:ext cx="5415961" cy="2197041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95EF1B-D722-5393-56B8-57E450E3489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784" y="4509861"/>
            <a:ext cx="4802833" cy="177807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2AFD5A0-2E57-85E5-788E-88B5410C1DE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07494" y="5158754"/>
            <a:ext cx="5467055" cy="48028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F5ED149-7E92-836C-CD49-DD70891E88E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8200" y="1737729"/>
            <a:ext cx="3937000" cy="469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6B495518-8E71-7557-70A4-B80AD91528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8200" y="2299096"/>
            <a:ext cx="5207000" cy="495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2481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CDDE0A-949D-5224-F01D-A2D8653AB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R" dirty="0"/>
              <a:t>System response @ </a:t>
            </a:r>
            <a:r>
              <a:rPr lang="el-GR" dirty="0"/>
              <a:t>15</a:t>
            </a:r>
            <a:r>
              <a:rPr lang="en-GR" dirty="0"/>
              <a:t>0W DUT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C8673EB-D7E6-35AD-8FB5-8BA9163CE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7132" y="1391192"/>
            <a:ext cx="10515600" cy="5257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3087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C25EF-307F-FDAC-5967-E77126813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EB9D4C-5A8D-5B91-65CF-F43B0D1130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R" dirty="0"/>
              <a:t>System response @ 400W DUT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CCB61A-5747-43DD-F501-2141493AB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751" y="1409626"/>
            <a:ext cx="10166497" cy="50832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53901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53BFEE0-A699-FB49-97BB-DBBDC63360C7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513e13d1-4150-42d2-bf5d-9ccf89d33eb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94</Words>
  <Application>Microsoft Macintosh PowerPoint</Application>
  <PresentationFormat>Widescreen</PresentationFormat>
  <Paragraphs>11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Aptos</vt:lpstr>
      <vt:lpstr>Aptos Display</vt:lpstr>
      <vt:lpstr>Arial</vt:lpstr>
      <vt:lpstr>Cambria Math</vt:lpstr>
      <vt:lpstr>Wingdings</vt:lpstr>
      <vt:lpstr>Office Theme</vt:lpstr>
      <vt:lpstr>Equations</vt:lpstr>
      <vt:lpstr>Space State Matrices</vt:lpstr>
      <vt:lpstr>System response @ 150W DUT</vt:lpstr>
      <vt:lpstr>System response @ 400W DUT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Vasilis Gkionis</dc:creator>
  <cp:lastModifiedBy>Vasilis Gkionis</cp:lastModifiedBy>
  <cp:revision>5</cp:revision>
  <dcterms:created xsi:type="dcterms:W3CDTF">2026-08-06T07:09:01Z</dcterms:created>
  <dcterms:modified xsi:type="dcterms:W3CDTF">2026-08-07T08:25:32Z</dcterms:modified>
</cp:coreProperties>
</file>